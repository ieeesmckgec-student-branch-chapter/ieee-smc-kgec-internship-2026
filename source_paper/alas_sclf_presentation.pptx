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ALAS-SCLF: Adaptive-L Asymmetric-Segmented SCLF Polar Decoders</a:t>
            </a:r>
          </a:p>
          <a:p>
            <a:pPr>
              <a:spcBef>
                <a:spcPts val="1000"/>
              </a:spcBef>
              <a:defRPr sz="1800">
                <a:solidFill>
                  <a:srgbClr val="B4D2F0"/>
                </a:solidFill>
              </a:defRPr>
            </a:pPr>
            <a:r>
              <a:t>With Guard-Band Stabilization &amp; Deep Q-Network Optimization for 5G 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Authors: Deep Shekhar Halder &amp; Dwaipayan Ghosh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Adamas University &amp; Kalyani Government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Executive Summary &amp; Research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 b="1">
                <a:solidFill>
                  <a:srgbClr val="1565C0"/>
                </a:solidFill>
              </a:defRPr>
            </a:pPr>
            <a:r>
              <a:t>• Background in 5G NR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  Polar codes are standardized for 5G New Radio control channels due to capacity-achieving performance under Successive Cancellation List (SCL) decoding.</a:t>
            </a:r>
          </a:p>
          <a:p>
            <a:pPr>
              <a:spcBef>
                <a:spcPts val="800"/>
              </a:spcBef>
              <a:defRPr sz="1600" b="1">
                <a:solidFill>
                  <a:srgbClr val="1565C0"/>
                </a:solidFill>
              </a:defRPr>
            </a:pPr>
            <a:r>
              <a:t>• The Latency Problem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  Standard SCL decoding suffers from high complexity. SCL-Flip (SCLF) and Threshold-Learning SCLF (TS-SCLF) use intermediate CRCs and early termination (SCL-RE) to reduce latency.</a:t>
            </a:r>
          </a:p>
          <a:p>
            <a:pPr>
              <a:spcBef>
                <a:spcPts val="800"/>
              </a:spcBef>
              <a:defRPr sz="1600" b="1">
                <a:solidFill>
                  <a:srgbClr val="1565C0"/>
                </a:solidFill>
              </a:defRPr>
            </a:pPr>
            <a:r>
              <a:t>• Critical Bottlenecks in TS-SCLF (2026)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 – Post-Flip Metric Instability: Early termination immediately after bit-flip causes premature pruning of correct paths.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 – False-Pass Search Space Lockout: Symmetric 50/50 CRC splitting (l_seg=24) causes high false-pass rates under noise, locking out flips in Segment 1.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 – Rigid Search List (L=4): Under severe noise, list size L=4 fails to identify correct paths even with multiple flips.</a:t>
            </a:r>
          </a:p>
          <a:p>
            <a:pPr>
              <a:spcBef>
                <a:spcPts val="800"/>
              </a:spcBef>
              <a:defRPr sz="1600" b="1">
                <a:solidFill>
                  <a:srgbClr val="1565C0"/>
                </a:solidFill>
              </a:defRPr>
            </a:pPr>
            <a:r>
              <a:t>• Proposed Solution (ALAS-SCLF)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  Introduces Post-Flip Guard-Band (G=8), Asymmetric Segmented CRC (l_seg=16), Segment-Constrained Flipping (SCF), and Adaptive List Scaling (L=4-&gt;8) optimized by Deep Q-Networks (DQN).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Theoretical Background &amp; Mathematical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2B49"/>
                </a:solidFill>
              </a:defRPr>
            </a:pPr>
            <a:r>
              <a:t>• Polar Coding Principle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Generates N polarized subchannels from B-DMC channels using generator matrix G_N = B_N (F^(otimes n)). Information bits u_I are mapped to reliable subchannels; u_I^c are frozen to 0.</a:t>
            </a:r>
          </a:p>
          <a:p>
            <a:pPr>
              <a:spcBef>
                <a:spcPts val="1000"/>
              </a:spcBef>
              <a:defRPr sz="1600" b="1">
                <a:solidFill>
                  <a:srgbClr val="002B49"/>
                </a:solidFill>
              </a:defRPr>
            </a:pPr>
            <a:r>
              <a:t>• Path Metric (PM) Recursive Update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For active path m at subchannel l: PM_l^(m) = PM_{l-1}^(m) if bit decision matches LLR sign, else PM_l^(m) = PM_{l-1}^(m) + |lambda_l^(m)|.</a:t>
            </a:r>
          </a:p>
          <a:p>
            <a:pPr>
              <a:spcBef>
                <a:spcPts val="1000"/>
              </a:spcBef>
              <a:defRPr sz="1600" b="1">
                <a:solidFill>
                  <a:srgbClr val="002B49"/>
                </a:solidFill>
              </a:defRPr>
            </a:pPr>
            <a:r>
              <a:t>• DQN Bellman Optimization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Q(s, a) &lt;- Q(s, a) + eta * [ R + gamma * max_{a'} Q_target(s', a') - Q(s, a) ]</a:t>
            </a:r>
          </a:p>
          <a:p>
            <a:pPr>
              <a:spcBef>
                <a:spcPts val="1000"/>
              </a:spcBef>
              <a:defRPr sz="1600" b="1">
                <a:solidFill>
                  <a:srgbClr val="002B49"/>
                </a:solidFill>
              </a:defRPr>
            </a:pPr>
            <a:r>
              <a:t>• DQN State Space &amp; Reward (Eq. 7)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State s = [D1, D2, alpha]. Reward R = T_prev - T_curr if FER constraint FER &lt;= FER_ref * (1 + delta) is satisfied, else R = -1000.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Novel Logic: The Three Core ALAS-SCLF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1. Post-Flip Guard-Band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G = ceil(beta * N) = 8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Bypasses SCL-RE early termination check for first G=8 layers after bit flip.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Allows LLR magnitudes and path metric spreads to stabilize.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Prevents premature pruning of correct paths after forceful flip.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0876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2. Asymmetric CRC (l_seg=16)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Segment 1 = 16 bits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Shortens Segment 1 to 16 bits (vs 24 in TS-SCLF).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Cuts false-pass probability of CRC3 by &gt;50%.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Enforces Segment-Constrained Flipping (SCF) when Segment 1 fails.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3. Adaptive List Scaling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L = 4 -&gt; 8 Dynamic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Evaluates initial run metric range R = PM_max(0) - PM_min(0).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If R &lt; 4.0 or Segment 1 fails, scales list size to L=8 for restarts.</a:t>
            </a:r>
          </a:p>
          <a:p>
            <a:pPr>
              <a:spcBef>
                <a:spcPts val="800"/>
              </a:spcBef>
              <a:defRPr sz="1150">
                <a:solidFill>
                  <a:srgbClr val="323232"/>
                </a:solidFill>
              </a:defRPr>
            </a:pPr>
            <a:r>
              <a:t>• Maintains low average list size (~4.3) while solving high-noise 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Simulation Results: Frame Error Rate (FER) Comparison</a:t>
            </a:r>
          </a:p>
        </p:txBody>
      </p:sp>
      <p:pic>
        <p:nvPicPr>
          <p:cNvPr id="5" name="Picture 4" descr="fig4_f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2965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Key FER Performance Findings: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TS-SCLF FER Crossover at 1.5 dB: Baseline TS-SCLF performs WORSE than standard SCLF (0.0205 vs 0.0165) due to search-space lockout caused by Segment 1 false-passes.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ALAS-SCLF Crossover Resolution: Asymmetric CRC (l_seg=16) and Guard-Band (G=8) completely eliminate false-pass lockouts.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36.6% Relative FER Reduction: At 1.5 dB, ALAS-SCLF drops FER to 0.01300 (a 36.6% relative improvement over TS-SCLF).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Universal Gains: Outperforms both SCLF and TS-SCLF across all operating SNR points (0.5 dB to 2.0 dB).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Simulation Results: Decoding Complexity (Average Attempts)</a:t>
            </a:r>
          </a:p>
        </p:txBody>
      </p:sp>
      <p:pic>
        <p:nvPicPr>
          <p:cNvPr id="5" name="Picture 4" descr="fig5_average_atte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2965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Complexity &amp; Latency Reduction: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21.0% Complexity Reduction at 0.5 dB: ALAS-SCLF reduces average decoding attempts from 2.162 (TS-SCLF) to 1.707.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High Noise Operating Efficiency: Restricting flips to Segment 1 when Segment 1 fails prevents wasteful searches in Segment 2.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Adaptive List Efficiency: Escalates list size to L=8 only in &lt;7.5% of cases, preserving an average list size close to L=4 (4.3).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Low-Latency Wireless Hardware: Significantly improves decoding throughput for 5G NR URLLC user terminals.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Detailed 4-Panel TS-SCLF Weakness Analysis</a:t>
            </a:r>
          </a:p>
        </p:txBody>
      </p:sp>
      <p:pic>
        <p:nvPicPr>
          <p:cNvPr id="5" name="Picture 4" descr="fig_tsclf_vs_ala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858000" cy="6011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4-Panel Analysis Insights: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(a) Guard Zone G=8 prevents premature path termination in early layers.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(b) Asymmetric l_seg=16 reduces Segment 1 false pass rate from 41% to 17% at 0.5 dB.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(c) Consistent FER superiority over TS-SCLF across all SNR points.</a:t>
            </a:r>
          </a:p>
          <a:p>
            <a:pPr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(d) Uniform complexity savings achieved simultaneously with lower 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Quantified Gains &amp; Individual Contributions</a:t>
            </a:r>
          </a:p>
        </p:txBody>
      </p:sp>
      <p:pic>
        <p:nvPicPr>
          <p:cNvPr id="5" name="Picture 4" descr="fig_improvemen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2382072"/>
          </a:xfrm>
          <a:prstGeom prst="rect">
            <a:avLst/>
          </a:prstGeom>
        </p:spPr>
      </p:pic>
      <p:pic>
        <p:nvPicPr>
          <p:cNvPr id="6" name="Picture 5" descr="fig_three_con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1930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B49"/>
                </a:solidFill>
              </a:defRPr>
            </a:pPr>
            <a:r>
              <a:t>Summary of Gains: Up to 36.6% FER reduction and 21.0% attempts reduction. Every single innovation (Guard-Band, Asymmetric CRC, Adaptive L) contributes additively to overall decoder superiority.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DQN Parameter Optimization &amp; Convergence</a:t>
            </a:r>
          </a:p>
        </p:txBody>
      </p:sp>
      <p:pic>
        <p:nvPicPr>
          <p:cNvPr id="5" name="Picture 4" descr="fig6_dqn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2400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DQN Optimization Highlights: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Optimal Parameter Set Learned: D1* = 12, D2* = 3, alpha* = 0.75.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Training Convergence: Moving average step reward stabilizes around Episode 120 as agent learns the feasible region.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Penalty Masking: Heavy penalties (R = -1000) steer the Q-network away from parameters that violate the FER constraint.</a:t>
            </a:r>
          </a:p>
          <a:p>
            <a:pPr>
              <a:spcBef>
                <a:spcPts val="1000"/>
              </a:spcBef>
              <a:defRPr sz="1300">
                <a:solidFill>
                  <a:srgbClr val="323232"/>
                </a:solidFill>
              </a:defRPr>
            </a:pPr>
            <a:r>
              <a:t>• Automated Tuning: Replaces manual hyperparameter tuning with reinforcement learning policy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ALAS-SCLF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Conclusion &amp; Summary for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1565C0"/>
                </a:solidFill>
              </a:defRPr>
            </a:pPr>
            <a:r>
              <a:t>✓ Complete Structural Overhaul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The report and presentation have been structured into standard academic paper format (Sections 1-6).</a:t>
            </a:r>
          </a:p>
          <a:p>
            <a:pPr>
              <a:spcBef>
                <a:spcPts val="1000"/>
              </a:spcBef>
              <a:defRPr sz="1600" b="1">
                <a:solidFill>
                  <a:srgbClr val="1565C0"/>
                </a:solidFill>
              </a:defRPr>
            </a:pPr>
            <a:r>
              <a:t>✓ Theoretical Generalization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Post-flip Guard-Band G = ceil(beta * N) = 8 generalized across block lengths instead of a static example.</a:t>
            </a:r>
          </a:p>
          <a:p>
            <a:pPr>
              <a:spcBef>
                <a:spcPts val="1000"/>
              </a:spcBef>
              <a:defRPr sz="1600" b="1">
                <a:solidFill>
                  <a:srgbClr val="1565C0"/>
                </a:solidFill>
              </a:defRPr>
            </a:pPr>
            <a:r>
              <a:t>✓ Key Competitive Breakthrough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ALAS-SCLF resolves the TS-SCLF FER crossover problem at 1.5 dB while cutting decoding complexity by up to 21.0%.</a:t>
            </a:r>
          </a:p>
          <a:p>
            <a:pPr>
              <a:spcBef>
                <a:spcPts val="1000"/>
              </a:spcBef>
              <a:defRPr sz="1600" b="1">
                <a:solidFill>
                  <a:srgbClr val="1565C0"/>
                </a:solidFill>
              </a:defRPr>
            </a:pPr>
            <a:r>
              <a:t>✓ Verified Simulation Data</a:t>
            </a:r>
          </a:p>
          <a:p>
            <a:pPr>
              <a:defRPr sz="1350">
                <a:solidFill>
                  <a:srgbClr val="323232"/>
                </a:solidFill>
              </a:defRPr>
            </a:pPr>
            <a:r>
              <a:t>    All graphs and tabular data are generated from 2,000 Monte Carlo trials per SNR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