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11641089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14400" y="141732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D5A"/>
                </a:solidFill>
                <a:latin typeface="Aptos"/>
              </a:rPr>
              <a:t>MedSAM-U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05740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92D5A"/>
                </a:solidFill>
                <a:latin typeface="Aptos"/>
              </a:rPr>
              <a:t>Uncertainty-Guided Auto Multi-Prompt
Adaptation for Reliable MedSAM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Aptos"/>
              </a:rPr>
              <a:t>Research Paper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2D5A"/>
                </a:solidFill>
                <a:latin typeface="Aptos"/>
              </a:rPr>
              <a:t>Sudhanshu Kumar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B.Tech,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1313643" y="407805"/>
            <a:ext cx="8026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77240" y="1234440"/>
            <a:ext cx="46635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SAM is a prompt-based segmentation model.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MedSAM adapts SAM for medical image segmentation.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MedSAM depends on the quality of the initial bounding-box prompt.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An inaccurate prompt can lead to inaccurate segmentation.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MedSAM-U uses uncertainty to improve the prompt.</a:t>
            </a:r>
            <a:endParaRPr/>
          </a:p>
        </p:txBody>
      </p:sp>
      <p:pic>
        <p:nvPicPr>
          <p:cNvPr descr="image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325880"/>
            <a:ext cx="4572001" cy="29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066804" y="463605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Literature Study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66805" y="1325865"/>
            <a:ext cx="45720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Prompt-based segmentation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Supports point and box prompts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MedSAM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Medical adaptation of SAM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Uses bounding-box prompts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Research Gap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Sensitive to prompt quality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Uncertainty can be used to guide prompt refinement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050250" y="960105"/>
            <a:ext cx="466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SAM → MedSAM → MedSAM-U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096000" y="1712611"/>
            <a:ext cx="457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paper combines: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1. MPA-MedSAM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2. UGMP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3. UGPA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aim is to make segmentation more reliable when the initial prompt is imperfect.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1066795" y="393174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Contribution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731515" y="1280163"/>
            <a:ext cx="36576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MPA-MedSAM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Adapts MedSAM to work with point and box prompts.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UGMP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Generates multiple perturbed prompts and estimates uncertainty from their predictions.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UGPA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Uses uncertain regions to refine the prompts and performs segmentation again.</a:t>
            </a:r>
            <a:endParaRPr/>
          </a:p>
        </p:txBody>
      </p:sp>
      <p:pic>
        <p:nvPicPr>
          <p:cNvPr descr="image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6126481" cy="435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1066795" y="384628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4415" y="1234450"/>
            <a:ext cx="32004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UGMP: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1. Start with an initial bounding box.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2. Generate multiple perturbed boxes.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3. Run MedSAM for every box.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4. Obtain multiple masks and probability maps.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5. Calculate entropy to obtain the uncertainty map.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UGPA:</a:t>
            </a:r>
            <a:b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Uses the high-uncertainty regions to create refined prompts.</a:t>
            </a:r>
            <a:endParaRPr/>
          </a:p>
        </p:txBody>
      </p:sp>
      <p:pic>
        <p:nvPicPr>
          <p:cNvPr descr="image.png" id="113" name="Google Shape;113;p4"/>
          <p:cNvPicPr preferRelativeResize="0"/>
          <p:nvPr/>
        </p:nvPicPr>
        <p:blipFill rotWithShape="1">
          <a:blip r:embed="rId3">
            <a:alphaModFix/>
          </a:blip>
          <a:srcRect b="13953" l="0" r="0" t="20166"/>
          <a:stretch/>
        </p:blipFill>
        <p:spPr>
          <a:xfrm>
            <a:off x="4872353" y="1509557"/>
            <a:ext cx="6252852" cy="251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 flipH="1">
            <a:off x="7020383" y="4230959"/>
            <a:ext cx="1625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UGMP &amp; UGPA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777245" y="685805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777250" y="1686025"/>
            <a:ext cx="23364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Datasets: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ISIC-2017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Kvasir-SEG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CT2US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KiTS23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• BraTS 2021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Average Dice: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SAM: 72.8%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MedSAM: 84.4%</a:t>
            </a:r>
            <a:b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MedSAM-U: 86.1%</a:t>
            </a:r>
            <a:endParaRPr/>
          </a:p>
        </p:txBody>
      </p:sp>
      <p:pic>
        <p:nvPicPr>
          <p:cNvPr descr="image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3725" y="1686025"/>
            <a:ext cx="8441598" cy="31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1066795" y="456173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92D5A"/>
                </a:solidFill>
                <a:latin typeface="Arial"/>
                <a:ea typeface="Arial"/>
                <a:cs typeface="Arial"/>
                <a:sym typeface="Arial"/>
              </a:rPr>
              <a:t>Comparison Study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777250" y="1143000"/>
            <a:ext cx="26631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72.8% average Dice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MedSAM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84.4% average Dice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MedSAM-U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86.1% average Dice</a:t>
            </a: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paper reports improvements of up to 20.5% when the initial prompts are of low quality.</a:t>
            </a:r>
            <a:endParaRPr/>
          </a:p>
        </p:txBody>
      </p:sp>
      <p:pic>
        <p:nvPicPr>
          <p:cNvPr descr="ablation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8147" t="31082"/>
          <a:stretch/>
        </p:blipFill>
        <p:spPr>
          <a:xfrm>
            <a:off x="3147650" y="1778000"/>
            <a:ext cx="8307651" cy="205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4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1353091" y="308583"/>
            <a:ext cx="1005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 &amp; Future 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977094" y="1690799"/>
            <a:ext cx="38889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MedSAM-U uses uncertainty to refine segmentation prompts.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Multiple predictions help identify uncertain regions.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The paper reports better results than SAM and MedSAM.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Two-stage inference increases computation.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Evaluation focuses on 2D medical images.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6096001" y="1690800"/>
            <a:ext cx="38889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Integrate uncertainty estimation into the adapter.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Develop a more automatic annotation system.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My Implementation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UGMP prototype implemented in Google Colab.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Generated perturbed boxes.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Generated multiple MedSAM masks.</a:t>
            </a:r>
            <a:b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Calculated probability maps and entropy.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